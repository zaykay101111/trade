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718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7184"/>
                </a:solidFill>
                <a:latin typeface="Arial"/>
              </a:rPr>
              <a:t>Scored on the sealed season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loss (lower is better)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8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Always guess
home team</c:v>
                  </c:pt>
                  <c:pt idx="1">
                    <c:v>Simple Elo
rating</c:v>
                  </c:pt>
                  <c:pt idx="2">
                    <c:v>This model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0.6872</c:v>
                </c:pt>
                <c:pt idx="1">
                  <c:v>0.6153</c:v>
                </c:pt>
                <c:pt idx="2">
                  <c:v>0.6068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628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8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5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forecasting system for NBA games. It has been tested once on a sealed season. It has never been compared to a bookmaker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is the real opening-night forecast from the frozen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0.6068 versus 0.6153 for Elo. The 95% interval excluded zero, so the improvement is unlikely to be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05840"/>
            <a:ext cx="3108960" cy="3108960"/>
          </a:xfrm>
          <a:prstGeom prst="ellipse">
            <a:avLst/>
          </a:prstGeom>
          <a:solidFill>
            <a:srgbClr val="1630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828800"/>
            <a:ext cx="1463040" cy="146304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NBA Forecasting Pipeline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what it proves, and how to run it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system - no betting edge has been established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one hour before tipoff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NBA game, the system outputs the probability that the home team wins - computed exactly 60 minutes before the scheduled start, using only information that had actually arrived by then.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decide whether to bet, how much, or on what.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0E1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NIGHT 2026-27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Pistons vs Celtics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017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56.3%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the home team wins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937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above generic home advantage - neither team had played yet, so the model only knows last season.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repeated for every game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8600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31012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results and injury reports, refreshed daily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23744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01168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3044952" y="228600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4495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331012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history into 11 numbers, using only what had arrived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201168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5232" y="228600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8523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331012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model converts those into one probability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69480" y="201168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23" name="Shape 21"/>
          <p:cNvSpPr/>
          <p:nvPr/>
        </p:nvSpPr>
        <p:spPr>
          <a:xfrm>
            <a:off x="7525512" y="228600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2551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331012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 with timestamps before tipoff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09760" y="2011680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765792" y="228600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65792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76579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331012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outcomes, and against market prices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1-4 run unattended every day of the season. Stage 5 runs once there is enough data to be worth reading.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comes from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sources, all free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schedule and final scores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7,230 games since 2020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unlimited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D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636008" y="214884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600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Injuries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NBA injury reports, hourly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1,215 reports archived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back to 2019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83296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D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214884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03336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03336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Bookmaker odds at the cutoff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collected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03336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500/month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to date: $0.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makes it real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the future leaks backwards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6304A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697480"/>
            <a:ext cx="201168" cy="201168"/>
          </a:xfrm>
          <a:prstGeom prst="ellipse">
            <a:avLst/>
          </a:prstGeom>
          <a:solidFill>
            <a:srgbClr val="7A8F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10pm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night’s result arrives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2697480"/>
            <a:ext cx="201168" cy="201168"/>
          </a:xfrm>
          <a:prstGeom prst="ellipse">
            <a:avLst/>
          </a:prstGeom>
          <a:solidFill>
            <a:srgbClr val="7A8F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99232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5:30pm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report published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07024" y="2697480"/>
            <a:ext cx="310896" cy="31089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75504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minus 60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IS MADE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2697480"/>
            <a:ext cx="201168" cy="201168"/>
          </a:xfrm>
          <a:prstGeom prst="ellipse">
            <a:avLst/>
          </a:prstGeom>
          <a:solidFill>
            <a:srgbClr val="7A8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51776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51776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59568" y="2697480"/>
            <a:ext cx="201168" cy="201168"/>
          </a:xfrm>
          <a:prstGeom prst="ellipse">
            <a:avLst/>
          </a:prstGeom>
          <a:solidFill>
            <a:srgbClr val="7A8F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28048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28048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arrives - too late to use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only use results that had already arrived at the moment it forecasts. Everything is replayed in time order, so a game can never be informed by its own outcome - or by anything that happened afterwards.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engineering effort went into enforcing this.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learns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then it is locked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8745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6,483 past games. Find the weights that made past forecasts least wrong - punishing confident mistakes hardest.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2918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batch of games adjusts the output so that "60%" happens about 60% of the time.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09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7091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settings and a fingerprint of the code are written down and committed. Nothing changes after this.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DF1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 four core files changes, the frozen model refuses to run until it is re-frozen.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sealed-envelope test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season locked away, opened once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season was sealed and never examined.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frozen and committed before anyone looked.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margin was written down first: 0.0088 better than the baseline.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scored 0.0085. Once. It cannot be re-used.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E1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called its shot, then hit it.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well is lucky. One that predicts its own score understands itself.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35040" y="178308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 - and what it does not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the whole project rests 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8F0E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3F7D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48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3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a simple rating system on unseen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its own out-of-sample score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exactly on two machines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information leaks 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5E9E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A33B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0" y="2148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A3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it beats a bookmaker - never once 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profit, return or edge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any price was actually obtainable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been wagered. Nothing has been paid for.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forecasting does not establish a betting edge. The two are separate questions.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are tested, then kept or thrown 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must earn its place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30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11 inputs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Margins, scoring, rest, back-to-backs, rating, venue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10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availability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13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players declared out, questionable, probable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538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F7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-0.0033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E9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90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Box-score detail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932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Shooting, rebounding, pace, previous-season record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818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4818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33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+0.0008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rejected set made the model measurably worse while making its accuracy look better - which is why accuracy is not the metric used to decide.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Usage: running a season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scheduled jobs, then leave it alone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92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783080"/>
            <a:ext cx="8458200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8928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collect-poll --collection collection/2026-27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--bundle runs/release-2026-27-v2 --data &lt;settled&gt; --execute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96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games at their cutoff and records live prices. Costs nothing when no game is due.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afternoon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3227832"/>
            <a:ext cx="8458200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0" y="33375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scripts/archive_injury_reports.py --start &lt;today&gt;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--end &lt;today&gt; --out data/injury-archive --prospective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9410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injury report before the cutoff, marked as observed rather than backfilled.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475488" cy="47548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09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82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overnight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4672584"/>
            <a:ext cx="8458200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37560" y="47823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merge-settled --base &lt;current&gt; --season-raw &lt;season&gt;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data/normalized/rolling-&lt;date&gt;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53858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finished games in so ratings keep advancing through the season.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on it with:  sports collect-status --collection collection/2026-27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Usage: one-time setup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per season, before opening night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728216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0" y="180136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scripts/download_schedule.py --seasons 2026-27 --out data/normalized/nba-2026-27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791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and freeze the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6243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26974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freeze-release --data &lt;dataset&gt; --out runs/release-2026-27-v2 --train-end ... --tune-end ... --calibration-end ...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753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collection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352044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0" y="35935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collect-init --schedule &lt;games.csv&gt; --out collection/2026-27 --season 2026-27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71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471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- no request, no cost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4416552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14800" y="448970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collect-poll --collection collection/2026-27 --bundle &lt;release&gt; --data &lt;dataset&gt; --at &lt;cutoff&gt;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67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367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games the league assigns later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5312664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0" y="538581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 collect-refresh --collection collection/2026-27 --schedule &lt;new games.csv&gt;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refuses to overwrite an existing run. Nothing is ever edited in place.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gates, in order, each able to stop the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630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run?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scheduled operation without gaps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- Nov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630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6008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better than the market?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test. A clear failure stops everything.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63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3336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it have profited?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8-20 seasons of data. Not reachable soon.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to fail loudly rather than quietly. A negative answer at Gate B is a real result, delivered cheaply.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summary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is, and what it is not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carefully built forecasting system with one genuine out-of-sample result, complete reproducibility, and a discipline that has repeatedly rejected its own ideas - including the feature set that a published paper suggested would help.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E9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demonstrated edge over any bookmaker, and the expected financial value is approximately zero. It should not be funded as an investment.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is as research: an honest, pre-registered answer to a real question about market efficiency.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2026-09-13T19:53:18Z</dcterms:created>
  <dcterms:modified xsi:type="dcterms:W3CDTF">2026-09-13T19:53:18Z</dcterms:modified>
</cp:coreProperties>
</file>